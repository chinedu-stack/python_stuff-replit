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nedu Chile" userId="47b6daf0-8417-4a3b-89db-68feb8de6344" providerId="ADAL" clId="{6EFBADA7-FAB5-4765-A17D-DAAD6F040A1B}"/>
    <pc:docChg chg="modSld">
      <pc:chgData name="Chinedu Chile" userId="47b6daf0-8417-4a3b-89db-68feb8de6344" providerId="ADAL" clId="{6EFBADA7-FAB5-4765-A17D-DAAD6F040A1B}" dt="2024-05-23T11:21:17.470" v="67" actId="20577"/>
      <pc:docMkLst>
        <pc:docMk/>
      </pc:docMkLst>
      <pc:sldChg chg="modSp mod">
        <pc:chgData name="Chinedu Chile" userId="47b6daf0-8417-4a3b-89db-68feb8de6344" providerId="ADAL" clId="{6EFBADA7-FAB5-4765-A17D-DAAD6F040A1B}" dt="2024-05-23T11:21:17.470" v="67" actId="20577"/>
        <pc:sldMkLst>
          <pc:docMk/>
          <pc:sldMk cId="2989149394" sldId="256"/>
        </pc:sldMkLst>
        <pc:spChg chg="mod">
          <ac:chgData name="Chinedu Chile" userId="47b6daf0-8417-4a3b-89db-68feb8de6344" providerId="ADAL" clId="{6EFBADA7-FAB5-4765-A17D-DAAD6F040A1B}" dt="2024-05-23T11:21:17.470" v="67" actId="20577"/>
          <ac:spMkLst>
            <pc:docMk/>
            <pc:sldMk cId="2989149394" sldId="256"/>
            <ac:spMk id="2" creationId="{00061A7B-E433-6E68-75E3-83275185360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1D996-A99B-5A7B-84E9-7F98674DE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851CB1-B451-4782-F238-C717B4AD03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AF781-3239-C86A-A289-E4CC08762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123CB-E34A-4952-8A26-F2C9E1BB15E8}" type="datetimeFigureOut">
              <a:rPr lang="en-GB" smtClean="0"/>
              <a:t>23/05/2024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5E15C-7F18-6577-9159-89272BA6C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C9F2D-912B-39DE-93FC-F6BDBE4E3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D78F1-2EA5-4DC6-B23B-43F2CA148E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2013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8955B-954D-F2DB-3174-CAEDCCB07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5DA19-B2A5-A303-0A71-48D34CAA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CEC62-291E-4817-D082-C3256CFD8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123CB-E34A-4952-8A26-F2C9E1BB15E8}" type="datetimeFigureOut">
              <a:rPr lang="en-GB" smtClean="0"/>
              <a:t>23/05/2024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07567-93E6-AB7A-5AE1-B73A61588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F9A14-F3A6-5E17-68CE-78539C7B9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D78F1-2EA5-4DC6-B23B-43F2CA148E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363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4F321-DE1A-FDE6-C652-86D98C946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88E974-2E56-6B73-5CD1-9429FE1067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89F75-9F97-6994-616B-C6E9E6E51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123CB-E34A-4952-8A26-F2C9E1BB15E8}" type="datetimeFigureOut">
              <a:rPr lang="en-GB" smtClean="0"/>
              <a:t>23/05/2024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6630F-424B-4FD4-CD57-B72D42A2A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E9277-005F-AE1F-5F1F-5EA0B97F8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D78F1-2EA5-4DC6-B23B-43F2CA148E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3866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CDEAC-981C-0BC0-D18E-E028B90DC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39A28-DBEF-5404-91DD-2E0329E612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CCF8E-833D-2D3C-5A00-BBD7DAB96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342E94-4BDD-8007-0FF1-39FCBD591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123CB-E34A-4952-8A26-F2C9E1BB15E8}" type="datetimeFigureOut">
              <a:rPr lang="en-GB" smtClean="0"/>
              <a:t>23/05/2024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417A3B-8C54-90E6-5C5C-D2DDCC0CC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1ADA15-57B9-1D50-E883-70F68B95C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D78F1-2EA5-4DC6-B23B-43F2CA148E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8115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83B60-CBFF-DB55-EA81-2B6567D4E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1A774-F929-C03C-9330-A7FF58791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583CC8-98A0-7588-59E9-C5EDC191F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29151F-5743-A2F3-F368-176A499E61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1C76F3-E569-54EE-94CF-5F6470DB06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8BE6D8-5EB0-4567-AF90-D102A12B9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123CB-E34A-4952-8A26-F2C9E1BB15E8}" type="datetimeFigureOut">
              <a:rPr lang="en-GB" smtClean="0"/>
              <a:t>23/05/2024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3E1D8F-9EC3-8838-4826-4F9AE5928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85B9FD-EDEA-09E5-53E2-91F85EF13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D78F1-2EA5-4DC6-B23B-43F2CA148E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0401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5619E-FC80-99F7-8FA8-E3A45F9AD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6161D-749E-9090-BA34-E691231B5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123CB-E34A-4952-8A26-F2C9E1BB15E8}" type="datetimeFigureOut">
              <a:rPr lang="en-GB" smtClean="0"/>
              <a:t>23/05/2024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C3C73A-26EA-86EC-BFDB-C78B8C383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85ABB7-563C-CFB1-4B95-7DD759D44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D78F1-2EA5-4DC6-B23B-43F2CA148E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8694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D29212-DD16-7FF3-5D28-EAD8CFC43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123CB-E34A-4952-8A26-F2C9E1BB15E8}" type="datetimeFigureOut">
              <a:rPr lang="en-GB" smtClean="0"/>
              <a:t>23/05/2024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FE726F-8A9E-8807-7A3D-C2DCF1393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BC4F1-54AC-2B54-25C4-30B7C3696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D78F1-2EA5-4DC6-B23B-43F2CA148E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2929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2A35E-47A2-639C-4E25-B3F5C8063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AD3F1-9B9F-048B-D158-8A09C5A14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63219A-9A9B-FF14-4A62-2DA6986E4F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12D609-D6ED-F539-48F1-24682CE00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123CB-E34A-4952-8A26-F2C9E1BB15E8}" type="datetimeFigureOut">
              <a:rPr lang="en-GB" smtClean="0"/>
              <a:t>23/05/2024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8C950B-ECE9-9168-E46C-E878C665A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287BCC-6115-441F-EB23-E59E66AA7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D78F1-2EA5-4DC6-B23B-43F2CA148E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5577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72396-4307-6CA8-0E78-FB1C5784E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F1232E-C701-5171-64D2-5F0DBBC520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53F6F6-3002-2364-E580-34E3641FAC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461878-939B-C273-4EFA-E73574A20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123CB-E34A-4952-8A26-F2C9E1BB15E8}" type="datetimeFigureOut">
              <a:rPr lang="en-GB" smtClean="0"/>
              <a:t>23/05/2024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559FB-F924-C01F-E311-8385B8B8A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AD5892-70C6-0AD5-B62E-BB0211CCC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D78F1-2EA5-4DC6-B23B-43F2CA148E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8320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21E2B-00B9-5B07-7C95-EF3818F7A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45F42E-22E9-B64B-D346-67A46F0E1B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0759C-DD03-74F9-62FD-0E8C45C55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123CB-E34A-4952-8A26-F2C9E1BB15E8}" type="datetimeFigureOut">
              <a:rPr lang="en-GB" smtClean="0"/>
              <a:t>23/05/2024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B66BA5-C6DE-6629-494B-AF70FF651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B0F2F-27EC-DDA5-3DAF-CAD90BA10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D78F1-2EA5-4DC6-B23B-43F2CA148E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9929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793C1F-7D6E-B35D-C68F-87D11DA72B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536306-5787-E3B8-99E5-13E7C313B4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338AF-9455-607A-0012-3CA5A3EEE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123CB-E34A-4952-8A26-F2C9E1BB15E8}" type="datetimeFigureOut">
              <a:rPr lang="en-GB" smtClean="0"/>
              <a:t>23/05/2024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4650E-EB5A-76FB-4D29-22781A404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7CE0D-CB38-AB8B-5A45-88C80E5BA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D78F1-2EA5-4DC6-B23B-43F2CA148E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5733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5A8F70-4883-5FE2-82F7-F3F771EA0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DE24F-6D21-C7E8-3295-6DF1A227B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6A7EC-8D69-3DAB-2CEE-16396A887B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5123CB-E34A-4952-8A26-F2C9E1BB15E8}" type="datetimeFigureOut">
              <a:rPr lang="en-GB" smtClean="0"/>
              <a:t>23/05/2024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5C17-CC6D-ECCA-00F1-3395846770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ACBDF-A58B-ADA5-57AE-8B247834E6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2D78F1-2EA5-4DC6-B23B-43F2CA148E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110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61A7B-E433-6E68-75E3-8327518536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Censorship </a:t>
            </a:r>
            <a:r>
              <a:rPr lang="en-GB"/>
              <a:t>of the 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544022-FCFC-4504-538A-86A5700BA2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9149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3655B0D4A3F946B2B182A2452821C6" ma:contentTypeVersion="15" ma:contentTypeDescription="Create a new document." ma:contentTypeScope="" ma:versionID="315e6dc41099f0d0d623f64b42871428">
  <xsd:schema xmlns:xsd="http://www.w3.org/2001/XMLSchema" xmlns:xs="http://www.w3.org/2001/XMLSchema" xmlns:p="http://schemas.microsoft.com/office/2006/metadata/properties" xmlns:ns3="0fb2ba46-83e9-4d91-a985-8245aaf43e5c" xmlns:ns4="ed8dfb7b-01af-4433-b4cc-631574050608" targetNamespace="http://schemas.microsoft.com/office/2006/metadata/properties" ma:root="true" ma:fieldsID="20b527aa62ac018ede35657250e142fe" ns3:_="" ns4:_="">
    <xsd:import namespace="0fb2ba46-83e9-4d91-a985-8245aaf43e5c"/>
    <xsd:import namespace="ed8dfb7b-01af-4433-b4cc-63157405060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b2ba46-83e9-4d91-a985-8245aaf43e5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8dfb7b-01af-4433-b4cc-631574050608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fb2ba46-83e9-4d91-a985-8245aaf43e5c" xsi:nil="true"/>
  </documentManagement>
</p:properties>
</file>

<file path=customXml/itemProps1.xml><?xml version="1.0" encoding="utf-8"?>
<ds:datastoreItem xmlns:ds="http://schemas.openxmlformats.org/officeDocument/2006/customXml" ds:itemID="{3C9FCDE4-56D7-4BD3-94BC-019DA413CB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fb2ba46-83e9-4d91-a985-8245aaf43e5c"/>
    <ds:schemaRef ds:uri="ed8dfb7b-01af-4433-b4cc-63157405060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35D5B8B-7167-4379-9460-DD6BB320A1A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6932CC-AEC6-40A7-8BA9-49CEF90987A8}">
  <ds:schemaRefs>
    <ds:schemaRef ds:uri="http://purl.org/dc/elements/1.1/"/>
    <ds:schemaRef ds:uri="http://schemas.microsoft.com/office/2006/metadata/properties"/>
    <ds:schemaRef ds:uri="0fb2ba46-83e9-4d91-a985-8245aaf43e5c"/>
    <ds:schemaRef ds:uri="http://purl.org/dc/terms/"/>
    <ds:schemaRef ds:uri="ed8dfb7b-01af-4433-b4cc-63157405060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Censorship of the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Chinedu Chile</dc:creator>
  <cp:lastModifiedBy>Chinedu Chile</cp:lastModifiedBy>
  <cp:revision>1</cp:revision>
  <dcterms:created xsi:type="dcterms:W3CDTF">2024-05-23T11:19:52Z</dcterms:created>
  <dcterms:modified xsi:type="dcterms:W3CDTF">2024-05-23T11:21:24Z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0x0101006E3655B0D4A3F946B2B182A2452821C6</vt:lpwstr>
  </property>
</Properties>
</file>